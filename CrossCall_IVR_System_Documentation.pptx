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0"/>
            <a:ext cx="822960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Asterisk CrossCall IVR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PHP API 모듈 분석 및 Call 흐름 문서</a:t>
            </a:r>
            <a:br/>
            <a:r>
              <a:t>2026-02-02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1. 시스템 개요 (System Overview)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2. 핵심 PHP 모듈 분석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checkCrossCallPrefix.php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getCompany_new.php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getQExtCCDid_new.php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getQStep2.php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3. 데이터베이스 테이블 구조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4. 모듈 간 연동 구조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5. Call 시나리오 분석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일반 콜 시나리오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CrossCall 시나리오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Return CrossCall 시나리오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6. Call 흐름도 (Flow Diagrams)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1. 시스템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환경: Rocky Linux 9.6, PHP 8.2.30, Asterisk 20.17.0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아키텍처: FastAGI 기반 IVR 시스템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데이터베이스: MariaDB (LOGI DB on 121.254.239.50)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주요 컴포넌트: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Asterisk PBX - 통화 처리 및 다이얼플랜 실행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FastAGI Server - PHP 기반 AGI 스크립트 실행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LOGI.SCN - JSON 기반 시나리오 정의 파일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PHP API Modules - REST API 형태의 비즈니스 로직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이중화 서버 구성: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A장비 (Primary): 121.254.239.52, pbx_id=1, prefix=90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B장비 (Secondary): 121.254.239.50, pbx_id=2, prefix=91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CrossCall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CrossCall이란?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멀티 PBX 환경에서 Q(큐)가 다른 장비에 있을 때 통화를 전송하는 기술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CrossCall Prefix: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90: A장비로 전송할 때 사용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91: B장비로 전송할 때 사용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CrossCall 다이얼 번호 형식 (v1.5.0 통일 형식):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crosscall_prefix + DID + TARGET_Q(3자리) + NEXT_Q(3자리)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예: 9107089982240800900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   91 = B장비 prefix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   07089982240 = 원본 DID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   800 = TARGET_Q (B장비에서 시도할 Q)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   900 = NEXT_Q (800 실패시 다음 Q)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2. 핵심 PHP 모듈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checkCrossCallPrefix.php -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버전: v1.4.0 (2026-01-29)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역할: 수신된 DID가 CrossCall인지 판별하고 관련 정보 추출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주요 기능: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DID prefix 분석하여 CrossCall 여부 확인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CrossCall인 경우 원본 DID, TARGET_Q, NEXT_Q 파싱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회사 정보 및 QList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근무시간 조건(WORK/PEAK/END) 확인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API 엔드포인트: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POST /API/checkCrossCallPrefix.php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Request: {"REQ":"CHECK_CROSSCALL", "DID":"...", "CID":"..."}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checkCrossCallPrefix.php - 입출력 파라미터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파라미터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수신된 DID (CrossCall prefix 포함 가능)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발신자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IS_CROSSCALL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Y/N - CrossCall 여부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INCOMING - 크로스콜 유형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ORIGINAL_DID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원본 DID (prefix 제거)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TARGET_Q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현재 장비에서 시도할 Q번호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NEXT_Q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TARGET_Q 실패시 다음 Q번호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tr_q_list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QList 배열 [700, 800, 900]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tr_pbx_id_list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각 Q의 pbx_id [1, 2, 1]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checkCrossCallPrefix.php - 핵심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parse_crosscall_did($conn, $did)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T_PBX_CONFIG에서 모든 prefix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DID에서 prefix 매칭 후 TARGET_Q, NEXT_Q 추출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반환: [type, prefix, original_did, target_q, next_q, source_pbx_id]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get_company_info_for_crosscall($conn, $ORIGINAL_DID, $CID, $TARGET_Q)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T_COMPANY에서 회사 정보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T_CC_WORKDAY_INFO에서 근무시간 조회 (WORK/PEAK/END 판정)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WORK: T_MY_TRANSFER_CALL에서 QList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PEAK: T_SEQUENCE_TRANSFER_CALL에서 QList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END: T_DIRECT_TRANSFER_CALL에서 QList 조회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getCompany_new.php -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역할: DID 기반 회사 정보 및 라우팅 설정 조회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주요 기능: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T_DID_RANGE에서 DID 라우팅 설정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T_COMPANY에서 회사 기본 정보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T_CUSTOMER에서 VIP/Blacklist 고객 확인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T_WORKDAY_INFO에서 ARS 근무시간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T_CC_WORKDAY_INFO에서 CrossCall 근무시간 조회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API 엔드포인트: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POST /API/getCompany_new.php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Request: {"REQ":"GET_COMPANY", "DID":"...", "CID":"...", ...}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기본 정보 필드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get_company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조회 성공 여부 (success/fail)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company_id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회사 고유 ID (T_COMPANY.company_id)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company_didnumber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회사에 할당된 DID 번호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company_level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회사 레벨 (0=마스터, 2=일반)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parent_id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상위 회사 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활성화 상태 (Y/N)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master_id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마스터 회사 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emergency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비상 모드 (DB 연결 실패시 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라우팅 설정 필드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use_dnd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DND(방해금지) 사용 여부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use_did_route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DID 기반 라우팅 사용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use_cid_route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CID(발신자) 기반 라우팅 사용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use_db_route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DB 기반 라우팅 사용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use_ars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ARS 서비스 사용 여부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use_crosscall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 서비스 사용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dbr_to_extension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DB 라우팅시 전환할 내선번호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전환/Q 설정 필드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호 처리 액션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to_number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전환 대상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wait_time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대기 시간 (ms)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allocQ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기본 할당 Q번호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tr_next_q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다음 전환 Q번호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전환 옵션 (N/T/기타)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tr_time_first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첫번째 전환 대기시간(초)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tr_time_second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두번째 전환 대기시간(초)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tr_count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전환 Q 개수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전환 목록 필드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tr_q_list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[]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전환 Q번호 목록 [700,800,900]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tr_company_list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전환 회사 ID 목록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tr_did_list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[]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전환 DID 번호 목록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tr_pbx_id_list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각 Q의 pbx_id 목록 [1,2,1]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멘트 디렉토리 필드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vac_ment_dir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vac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휴일 멘트 디렉토리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info_ment_dir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안내 멘트 디렉토리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noinput_ment_dir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nip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무입력 멘트 디렉토리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wronginput_ment_dir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잘못된입력 멘트 디렉토리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error_ment_dir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err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에러 멘트 디렉토리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holiday_ment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holi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휴일 멘트 파일명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ment_info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현재 상태에 맞는 멘트 정보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재전화(Recall) 설정 필드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is_re_call_use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재전화 기능 사용 여부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재전화 판정 시간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re_call_time_type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재전화 시간 타입 (S=초)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re_call_center_1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재전화 센터 1 설정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re_call_center_2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재전화 센터 2 설정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re_call_use_alba_q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알바 Q 재전화 사용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re_call_alba_q_time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알바 Q 재전화 시간(분)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re_call_alba_q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알바 Q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재전화 Q 번호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re_call_ext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재전화 내선 번호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근무시간/고객 필드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기본값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holiday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오늘이 휴일인지 여부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is_workcondition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ARS 근무상태 (WORK/END/VAC/LUNCH)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is_cc_workcondition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 근무상태 (WORK/PEAK/END/VAC/NSQ)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is_callback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콜백 사용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c_level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고객 등급 (V=VIP, B=Blacklist)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get_customer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고객 조회 성공 여부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getCompany_new.php - 근무시간 판정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1. T_CC_WORKDAY_INFO 테이블에서 오늘 요일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cw_kind = DAYOFWEEK(curdate())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2. 현재 시간(HHMM)과 비교하여 상태 결정: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PEAK: cw_peak_starttime1 &lt;= 현재 &lt; cw_peak_endtime1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WORK: cw_starttime1 &lt;= 현재 &lt; cw_endtime1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END: 위 조건 미충족시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3. 상태에 따른 QList 테이블 선택: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WORK -&gt; T_MY_TRANSFER_CALL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PEAK -&gt; T_SEQUENCE_TRANSFER_CALL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END -&gt; T_DIRECT_TRANSFER_CALL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getCompany_new.php - 필드별 쿼리 소스 테이블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필드 그룹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소스 테이블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조인/조건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DID 라우팅 설정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T_DID_RANGE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WHERE did_number=DID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회사 기본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WHERE did_number=DID AND company_level=2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고객 등급 (VIP/Black)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T_CUSTOMER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WHERE (company_id OR master_id) AND c_phone=CID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휴일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T_HOLIDAY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WHERE h_company_id=company_id AND 날짜범위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ARS 근무시간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T_WORKDAY_INFO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WHERE w_company_id=company_id AND w_kind=요일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 근무시간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T_CC_WORKDAY_INFO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WHERE cw_company_id=company_id AND cw_kind=요일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WORK QList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T_MY_TRANSFER_CALL + T_SET_MY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JOIN ON company_id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PEAK QList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T_SEQUENCE_TRANSFER_CALL + T_SET_SEQUENCE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JOIN ON company_id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END QList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T_DIRECT_TRANSFER_CALL + T_SET_DIRECT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JOIN ON company_id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pbx_id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JOIN transfer_company_id별 pbx_id 조회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getCompany_new.php - QList 조회 쿼리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WORK 시간대 (T_MY_TRANSFER_CALL):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SELECT s.receive_option, s.ring_wait_time_my, s.ring_wait_time_transfer,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       t.transfer_company_id, t.transfer_q_number, t.transfer_did_number,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       t.transfer_order_num, t.transfer_id, c.pbx_id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FROM T_MY_TRANSFER_CALL t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JOIN T_SET_MY s ON s.company_id = t.company_id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JOIN T_COMPANY c ON c.company_id = t.transfer_company_id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반환 배열: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tr_q_list: [700, 800, 900] - 전환 Q 번호 목록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tr_pbx_id_list: [1, 2, 1] - 각 Q가 속한 pbx_id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tr_company_list: [101, 102, 103] - 전환 회사 ID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tr_did_list: ['070xxx', '070yyy', '070zzz'] - 전환 DID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getCompany_new.php - CID/DB 라우팅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CID 라우팅 (use_cid_route='Y'):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발신번호 지역번호로 라우팅 결정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02: 서울 -&gt; '002', 03x~06x: 각 지역코드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T_DB_ROUTING에서 si_do 매칭하여 to_extension 조회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DB 라우팅 (use_db_route='Y'):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T_LOCATION_CID + T_DB_ROUTING 조인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CID의 시/군/구 정보로 라우팅 결정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결과: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dbr_to_extension: 라우팅 결과 내선번호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라우팅 성공시 일반 Q 조회 스킵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getQExtCCDid_new.php -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버전: v1.3.0 (2026-01-29)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역할: 다음 전환할 Q 및 CrossCall 필요 여부 판단 (초기 전환용)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주요 기능: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재수신 콜(Recall) 처리 - 이전 상담원 연결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QList에서 다음 Q 선택 (에이전트 상태 확인)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자동 CrossCall 감지 - IP 기반 pbx_id 비교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CrossCall 다이얼 번호 자동 생성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API 엔드포인트: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POST /API/getQExtCCDid_new.php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Request: {"REQ":"GET_Q_EXT_TR_DID", ...}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getQExtCCDid_new.php - CrossCall 감지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1. 자기 서버 IP로 pbx_id 조회 (get_my_pbx_config)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T_PBX_CONFIG 테이블에서 server_ip 매칭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2. 다음 Q의 pbx_id 조회 (get_pbx_id_for_q)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T_QUEUE -&gt; T_COMPANY JOIN으로 pbx_id 추출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3. pbx_id 비교: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my_pbx_id != next_q_pbx_id -&gt; CrossCall 필요!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4. CrossCall 다이얼 번호 생성: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대상 장비의 crosscall_prefix 조회 (get_target_pbx_prefix)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형식: prefix + DID + TARGET_Q(3) + NEXT_Q(3)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getQExtCCDid_new.php - TYPE별 QList 조회 테이블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근무시간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조회 테이블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설정 테이블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GET_ALBA_Q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T_CALL_HISTORY_YYYYMM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AlbaQ 재전화 조회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GET_CC_SMY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T_MY_TRANSFER_CALL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T_SET_MY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GET_CC_SEQ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PEAK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T_SEQUENCE_TRANSFER_CALL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T_SET_SEQUENCE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GET_CC_DIR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T_DIRECT_TRANSFER_CALL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T_SET_DIRECT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getQExtCCDid_new.php - GET_CC_SMY (WORK시간) OPTION별 동작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동작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쿼리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착신 안함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직접 전환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없음 (MYQ 고정)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시간차 착신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 순서로 MYQ부터 순환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 먼저, QLIST 순서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직접 착신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가용 에이전트 있는 Q 우선 선택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T_MY_TRANSFER_CALL + T_EXTENSION 조인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getQExtCCDid_new.php - GET_CC_SMY 직접착신 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OPTION != 'N' AND OPTION != 'T' (직접 착신):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1. TRORDER에 따른 QList 재정렬: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TRORDER=2, QLIST=[700,800,900] -&gt; NEWLIST='800','900','700'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2. 가용 에이전트가 있는 Q 조회: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SELECT m.transfer_q_number, m.transfer_order_num, c.pbx_id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FROM T_MY_TRANSFER_CALL AS m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JOIN T_Q_EXTENSION AS e ON m.transfer_q_number=e.q_num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JOIN T_EXTENSION AS t ON e.ext_number=t.ext_number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WHERE m.company_id=? AND t.call_status=0 AND t.is_status=1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ORDER BY FIELD(m.transfer_q_number, NEWLIST)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3. 결과가 없으면: QLIST[TRORDER-1]로 강제 전환 (BUSY 처리)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getQExtCCDid_new.php - GET_CC_SEQ (PEAK시간) 동작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조건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동작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TRORDER=0 또는 TRORDER&gt;TRCOUNT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 먼저 체크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MYQ에 가용 에이전트 확인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 가용 에이전트 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my_q_find='Y'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 가용 없음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QList 순회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T_SEQUENCE_TRANSFER_CALL 조회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QList 전체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강제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ALL CHANNEL BUSY 처리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getQExtCCDid_new.php - GET_CC_DIR (END시간) OPTION별 동작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동작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착신 안함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직접 전환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시간차 착신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TRORDER=1부터 순차 전환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직접 착신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T_DIRECT_TRANSFER_CALL에서 가용 Q 조회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getQStep2.php -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버전: v1.5.0 (2026-01-29)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역할: NOANSWER 후 다음 Q 조회 및 CrossCall 판단 (재시도용)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주요 기능: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TRORDER 기반 다음 Q 선택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에이전트 가용 상태 확인 (T_EXTENSION.call_status)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CrossCall 수신 상태에서의 반환 처리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통일된 CrossCall 형식 생성 (v1.5.0)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API 엔드포인트: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POST /API/getQStep2.php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Request: {"REQ":"GET_Q_STEP2", ...}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getQStep2.php - 추가 파라미터 (CrossCall 수신용)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파라미터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CC_ORIGIN_Q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원래 출발지 Q (A장비)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CC_ORIGINAL_DID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원본 DID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IS_CROSSCALL_INCOMING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Y/N - 크로스콜 수신 상태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is_crosscall_required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Y/N - 크로스콜 필요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crosscall_dial_number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생성된 크로스콜 다이얼 번호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crosscall_target_q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대상 장비에서 시도할 Q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crosscall_next_q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다음에 시도할 Q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getQStep2.php - 다음 Q 선택 알고리즘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TYPE 파라미터에 따른 처리: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GET_CC_SMY (WORK 시간):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OPTION=N: MYQ 직접 전환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OPTION=T: 시간차 착신 - TRORDER 순환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OPTION=기타: 직접 착신 - QList 순서대로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GET_CC_SEQ (PEAK 시간):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순차 착신 - 가용 에이전트 있는 Q 우선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GET_CC_DIR (END 시간):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직접 전환 - 설정된 Q로 바로 전환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getQStep2.php - GET_CC_SMY OPTION별 상세 동작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TRORDER 조건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동작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반환값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고정 전환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tr_next_q=MYQ, my_q_find='Y'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TRORDER=0 or &gt;TRCOUNT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전환, TRORDER=1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tr_next_q=MYQ, tr_order_id=1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TRORDER=TRCOUNT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마지막 Q 조회 후 MYQ fallback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T_MY_TRANSFER_CALL 조회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QList 순환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NEWLIST 순서대로 조회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TRORDER&gt;TRCOUNT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TRORDER=1로 초기화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처음부터 재시작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가용 Q 우선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call_status=0인 Q 우선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getQStep2.php - GET_CC_SMY 시간차착신(T)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OPTION='T' (시간차 착신) 로직: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1. TRORDER=0 또는 TRORDER&gt;TRCOUNT: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MYQ로 전환, TRORDER=1로 초기화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my_q_find='Y' 설정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2. TRORDER=TRCOUNT (마지막 Q):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마지막 Q 가용 여부 확인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불가시 MYQ로 fallback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3. 그 외: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TRORDER 위치부터 QList 재정렬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가용 에이전트 있는 Q 조회 (T_MY_TRANSFER_CALL)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v1.6.0: IN ($NEWLIST) 조건으로 QList 필터링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getQStep2.php - GET_CC_SEQ (PEAK) 상세 동작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TRORDER 조건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동작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쿼리 대상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 or &gt;TRCOUNT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 먼저 체크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T_Q_EXTENSION + T_EXTENSION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 가용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my_q_find='Y'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 불가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QList 순회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T_SEQUENCE_TRANSFER_CALL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=TRCOUNT (마지막)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마지막 Q 체크 후 MYQ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SEQ_RE_CHECK='Y'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QList 순서대로 조회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call_status=0 우선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전체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강제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ALL CHANNEL BUSY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getQStep2.php - GET_CC_DIR (END) OPTION별 동작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TRORDER 조건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동작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고정 전환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 or &gt;TRCOUNT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MYQ로 전환, TRORDER=1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=TRCOUNT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마지막 Q 체크 후 MYQ fallback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QList 순환 (T_DIRECT_TRANSFER_CALL)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&gt;TRCOUNT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TRORDER=1로 초기화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가용 Q 우선 선택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getQStep2.php - QList 재정렬 알고리즘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TRORDER 기반 QList 재정렬 (공통 로직):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예시: QLIST=[700, 800, 900], TRCOUNT=3, TRORDER=2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1단계: TRORDER-1부터 끝까지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for(i=TRORDER-1; i&lt;TRCOUNT; i++) -&gt; '800','900'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2단계: 처음부터 TRORDER-1 전까지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for(j=0; j&lt;TRORDER-1; j++) -&gt; '700'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결과: NEWLIST = '800','900','700'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ORDER BY FIELD(transfer_q_number, NEWLIST):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SQL에서 NEWLIST 순서대로 정렬하여 조회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getQStep2.php - CrossCall INCOMING Fallback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v1.3.0: CrossCall 수신 후 MYQ Fallback 처리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조건: IS_CROSSCALL_INCOMING='Y' AND tr_next_q==MYQ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문제: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B장비에서 모든 Q가 NOANSWER -&gt; MYQ로 fallback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그러나 MYQ는 B장비에 있으므로 의미 없음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해결: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tr_next_q를 CC_ORIGIN_Q(원래 A장비 Q)로 교체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tr_next_did를 CC_ORIGINAL_DID로 교체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my_q_find='N' 설정 (다른 장비로 전송 필요)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결과: A장비로 Return CrossCall 발생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3. 데이터베이스 테이블 구조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핵심 테이블 목록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테이블명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주요 컬럼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T_PBX_CONFIG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PBX 장비 설정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pbx_id, server_ip, crosscall_prefix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회사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company_id, did_number, pbx_id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T_QUEUE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 정보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q_num, master_id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T_DID_RANGE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DID 라우팅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did_number, company_id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T_CC_WORKDAY_INFO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 근무시간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cw_company_id, cw_kind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T_MY_TRANSFER_CALL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WORK 전환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transfer_q_number, transfer_order_num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T_SEQUENCE_TRANSFER_CALL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PEAK 전환 설정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transfer_q_number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T_DIRECT_TRANSFER_CALL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END 전환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transfer_q_number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T_EXTENSION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내선 상태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ext_number, call_status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T_PBX_CONFIG 테이블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컬럼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pbx_id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PBX 장비 고유 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1, 2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pbx_name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장비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A장비, B장비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server_ip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서버 IP 주소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121.254.239.52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crosscall_prefix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크로스콜 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90, 91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q_length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Q번호 자릿수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origin_q_length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NEXT_Q 자릿수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is_active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활성화 여부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33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4. 모듈 간 연동 구조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모듈 호출 순서도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877824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Asterisk Dialplan (extensions_custom.conf)              │</a:t>
            </a:r>
            <a:br/>
            <a:r>
              <a:t>│   exten =&gt; _91XXXXXXXXXX.,1 → AGI(agi://127.0.0.1/arsauth-call-processor)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   │</a:t>
            </a:r>
            <a:br/>
            <a:r>
              <a:t>        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LOGI.SCN (시나리오 엔진)                           │</a:t>
            </a:r>
            <a:br/>
            <a:r>
              <a:t>│  INIT_VARIABLE → CHECK_CROSSCALL_PREFIX → GET_LOGI_DATA → REAL_DIAL_AGENT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│                      │                    │                │</a:t>
            </a:r>
            <a:br/>
            <a:r>
              <a:t>       ▼                      ▼                    ▼                ▼</a:t>
            </a:r>
            <a:br/>
            <a:r>
              <a:t>┌──────────────┐   ┌───────────────────┐   ┌───────────────┐   ┌─────────────┐</a:t>
            </a:r>
            <a:br/>
            <a:r>
              <a:t>│ 변수 초기화  │   │checkCrossCallPrefix│   │getCompany_new │   │ Asterisk    │</a:t>
            </a:r>
            <a:br/>
            <a:r>
              <a:t>│ CID, DID 등  │   │       .php        │   │    .php       │   │ Dial()      │</a:t>
            </a:r>
            <a:br/>
            <a:r>
              <a:t>└──────────────┘   └───────────────────┘   └───────────────┘   └─────────────┘</a:t>
            </a:r>
            <a:br/>
            <a:r>
              <a:t>                            │                      │                  │</a:t>
            </a:r>
            <a:br/>
            <a:r>
              <a:t>                            ▼                      ▼                  ▼</a:t>
            </a:r>
            <a:br/>
            <a:r>
              <a:t>                   ┌───────────────┐      ┌───────────────┐    ┌─────────────┐</a:t>
            </a:r>
            <a:br/>
            <a:r>
              <a:t>                   │parse_crosscall│      │  QList 조회   │    │ NOANSWER?   │</a:t>
            </a:r>
            <a:br/>
            <a:r>
              <a:t>                   │    _did()     │      │ 근무시간 판정 │    │   BUSY?     │</a:t>
            </a:r>
            <a:br/>
            <a:r>
              <a:t>                   └───────────────┘      └───────────────┘    └─────────────┘</a:t>
            </a:r>
            <a:br/>
            <a:r>
              <a:t>                                                                      │</a:t>
            </a:r>
            <a:br/>
            <a:r>
              <a:t>                                                                      ▼</a:t>
            </a:r>
            <a:br/>
            <a:r>
              <a:t>                                                               ┌─────────────┐</a:t>
            </a:r>
            <a:br/>
            <a:r>
              <a:t>                                                               │getQStep2.php│</a:t>
            </a:r>
            <a:br/>
            <a:r>
              <a:t>                                                               │다음 Q 결정  │</a:t>
            </a:r>
            <a:br/>
            <a:r>
              <a:t>                                                               └─────────────┘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시나리오 엔진 (LOGI.SCN)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JSON 기반 State Machine 구조: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주요 STEP 정의: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INIT_VARIABLE: 변수 초기화 (CID, DID, CALL_ID 등)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CHECK_CROSSCALL_PREFIX: CrossCall 판별 (HTTP_ACCESS)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GET_LOGI_DATA: 회사 정보 조회 (HTTP_ACCESS)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GET_CC_WORK_CONDITION: 근무시간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GET_Q_STEP1: 첫번째 Q 조회 (getQExtCCDid_new.php)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REAL_DIAL_AGENT: 실제 통화 시도 (Asterisk Dial)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GET_Q_STEP2: 재시도 Q 조회 (getQStep2.php)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NEXT_STEPS_VIA_RESULT: 조건에 따른 분기 처리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5. Call 시나리오 분석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일반 콜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조건: CrossCall prefix 없는 일반 DID 수신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처리 흐름: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1. INIT_VARIABLE: 변수 초기화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2. CHECK_CROSSCALL_PREFIX → IS_CROSSCALL='N'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3. GET_LOGI_DATA: 회사 정보 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4. GET_CC_WORK_CONDITION: 근무시간 판정 (WORK/PEAK/END)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5. GET_Q_STEP1: 첫번째 Q 결정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6. REAL_DIAL_AGENT: Q에 Dial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7. NOANSWER시 → GET_Q_STEP2 → 다음 Q 시도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예시: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DID: 07089982240 → company_id=7360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QList: [700, 800, 900] → 700 시도 → NOANSWER → 800 시도...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CrossCall OUTGOING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조건: 다음 Q가 다른 장비에 있을 때 (pbx_id 불일치)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처리 흐름: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1. GET_Q_STEP1/2: tr_next_q의 pbx_id 확인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2. my_pbx_id(1) != next_q_pbx_id(2) → is_crosscall_required='Y'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3. crosscall_dial_number 생성: 9107089982240800900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4. Asterisk Dial(crosscall_dial_number)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5. B장비로 SIP INVITE 전송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예시 (A장비 → B장비):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QList: [700, 800, 900], pbx_id_list: [1, 2, 1]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700(A)에서 NOANSWER → 800(B)으로 CrossCall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Dial: 91 + 07089982240 + 800 + 900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CrossCall INCOMING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조건: CrossCall prefix가 붙은 DID 수신 (91XXXXXXXXXX)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처리 흐름: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1. CHECK_CROSSCALL_PREFIX: parse_crosscall_did() 호출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2. 파싱 결과: IS_CROSSCALL='Y', CROSSCALL_TYPE='INCOMING'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3. 원본 정보 추출: ORIGINAL_DID, TARGET_Q, NEXT_Q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4. 회사 정보 및 QList 재조회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5. CROSSCALL_DIRECT_Q: TARGET_Q에 직접 Dial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예시 (B장비 수신):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DID: 9107089982240800900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파싱: prefix=91, DID=07089982240, TARGET_Q=800, NEXT_Q=900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→ Q800에 Dial 시도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CrossCall INCOMING + NOANSWER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조건: CrossCall 수신 후 TARGET_Q에서 NOANSWER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처리 흐름 (NEXT_Q가 다른 장비):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1. TARGET_Q(800) NOANSWER 발생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2. CC_NEXT_Q(900) 확인 → pbx_id=1 (A장비)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3. 현재 B장비(pbx_id=2) != A장비(pbx_id=1)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4. 새로운 CrossCall 생성: 9007089982240900700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5. A장비로 CrossCall 전송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핵심 포인트: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CC_NEXT_Q 클리어 후 GET_Q_STEP2 호출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TR_ORDER 증가하여 무한루프 방지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6. Call 흐름도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일반 콜 흐름도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877824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Courier New"/>
              </a:defRPr>
            </a:pPr>
            <a:r>
              <a:t>┌──────────┐                                                        ┌──────────┐</a:t>
            </a:r>
            <a:br/>
            <a:r>
              <a:t>│  발신자  │──── INVITE ────────────────────────────────────────────▶│  A장비   │</a:t>
            </a:r>
            <a:br/>
            <a:r>
              <a:t>│  (CID)   │                    DID: 07089982240                     │(Asterisk)│</a:t>
            </a:r>
            <a:br/>
            <a:r>
              <a:t>└──────────┘                                                        └────┬─────┘</a:t>
            </a:r>
            <a:br/>
            <a:r>
              <a:t>                                                                         │</a:t>
            </a:r>
            <a:br/>
            <a:r>
              <a:t>                     ┌───────────────────────────────────────────────────┘</a:t>
            </a:r>
            <a:br/>
            <a:r>
              <a:t>                     │ AGI(arsauth-call-processor, CALL-IN-AUTH)</a:t>
            </a:r>
            <a:br/>
            <a:r>
              <a:t>                     ▼</a:t>
            </a:r>
            <a:br/>
            <a:r>
              <a:t>          ┌──────────────────────┐</a:t>
            </a:r>
            <a:br/>
            <a:r>
              <a:t>          │    LOGI.SCN 시작     │</a:t>
            </a:r>
            <a:br/>
            <a:r>
              <a:t>          │  INIT_VARIABLE       │</a:t>
            </a:r>
            <a:br/>
            <a:r>
              <a:t>          └──────────┬───────────┘</a:t>
            </a:r>
            <a:br/>
            <a:r>
              <a:t>                     │</a:t>
            </a:r>
            <a:br/>
            <a:r>
              <a:t>                     ▼</a:t>
            </a:r>
            <a:br/>
            <a:r>
              <a:t>          ┌──────────────────────┐    HTTP POST</a:t>
            </a:r>
            <a:br/>
            <a:r>
              <a:t>          │CHECK_CROSSCALL_PREFIX│──────────────▶ checkCrossCallPrefix.php</a:t>
            </a:r>
            <a:br/>
            <a:r>
              <a:t>          └──────────┬───────────┘                IS_CROSSCALL='N' 반환</a:t>
            </a:r>
            <a:br/>
            <a:r>
              <a:t>                     │</a:t>
            </a:r>
            <a:br/>
            <a:r>
              <a:t>                     ▼</a:t>
            </a:r>
            <a:br/>
            <a:r>
              <a:t>          ┌──────────────────────┐    HTTP POST</a:t>
            </a:r>
            <a:br/>
            <a:r>
              <a:t>          │    GET_LOGI_DATA     │──────────────▶ getCompany_new.php</a:t>
            </a:r>
            <a:br/>
            <a:r>
              <a:t>          └──────────┬───────────┘                회사정보, QList 반환</a:t>
            </a:r>
            <a:br/>
            <a:r>
              <a:t>                     │</a:t>
            </a:r>
            <a:br/>
            <a:r>
              <a:t>                     ▼</a:t>
            </a:r>
            <a:br/>
            <a:r>
              <a:t>          ┌──────────────────────┐    HTTP POST</a:t>
            </a:r>
            <a:br/>
            <a:r>
              <a:t>          │    GET_Q_STEP1       │──────────────▶ getQExtCCDid_new.php</a:t>
            </a:r>
            <a:br/>
            <a:r>
              <a:t>          └──────────┬───────────┘                tr_next_q=700 반환</a:t>
            </a:r>
            <a:br/>
            <a:r>
              <a:t>                     │</a:t>
            </a:r>
            <a:br/>
            <a:r>
              <a:t>                     ▼</a:t>
            </a:r>
            <a:br/>
            <a:r>
              <a:t>          ┌──────────────────────┐</a:t>
            </a:r>
            <a:br/>
            <a:r>
              <a:t>          │   REAL_DIAL_AGENT    │───────────────▶ Dial(Local/700@from-internal)</a:t>
            </a:r>
            <a:br/>
            <a:r>
              <a:t>          │     Dial Q700        │                 10초 대기</a:t>
            </a:r>
            <a:br/>
            <a:r>
              <a:t>          └──────────┬───────────┘</a:t>
            </a:r>
            <a:br/>
            <a:r>
              <a:t>                     │ NOANSWER</a:t>
            </a:r>
            <a:br/>
            <a:r>
              <a:t>                     ▼</a:t>
            </a:r>
            <a:br/>
            <a:r>
              <a:t>          ┌──────────────────────┐    HTTP POST</a:t>
            </a:r>
            <a:br/>
            <a:r>
              <a:t>          │    GET_Q_STEP2       │──────────────▶ getQStep2.php</a:t>
            </a:r>
            <a:br/>
            <a:r>
              <a:t>          └──────────┬───────────┘                tr_next_q=800, is_crosscall='Y'</a:t>
            </a:r>
            <a:br/>
            <a:r>
              <a:t>                     │</a:t>
            </a:r>
            <a:br/>
            <a:r>
              <a:t>                     ▼</a:t>
            </a:r>
            <a:br/>
            <a:r>
              <a:t>          ┌──────────────────────┐</a:t>
            </a:r>
            <a:br/>
            <a:r>
              <a:t>          │  CROSSCALL 전송      │───────────────▶ Dial(9107089982240800900)</a:t>
            </a:r>
            <a:br/>
            <a:r>
              <a:t>          │  (A장비 → B장비)     │</a:t>
            </a:r>
            <a:br/>
            <a:r>
              <a:t>          └──────────────────────┘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CrossCall 전체 흐름도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877824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│                          A장비 (pbx_id=1)                                 │</a:t>
            </a:r>
            <a:br/>
            <a:r>
              <a:t> │                       IP: 121.254.239.52                                  │</a:t>
            </a:r>
            <a:br/>
            <a:r>
              <a:t> │   ┌─────┐    ┌─────┐    ┌─────┐                                          │</a:t>
            </a:r>
            <a:br/>
            <a:r>
              <a:t> │   │Q700 │    │     │    │Q900 │  ←── QList에서 Q700, Q900은 A장비        │</a:t>
            </a:r>
            <a:br/>
            <a:r>
              <a:t> │   └──┬──┘    └─────┘    └──┬──┘                                          │</a:t>
            </a:r>
            <a:br/>
            <a:r>
              <a:t> │      │                      │                                            │</a:t>
            </a:r>
            <a:br/>
            <a:r>
              <a:t> │      │ ① Dial Q700         │ ⑤ CrossCall 수신 (90+DID+900+700)          │</a:t>
            </a:r>
            <a:br/>
            <a:r>
              <a:t> │      │    NOANSWER          │    TARGET_Q=900 시도                       │</a:t>
            </a:r>
            <a:br/>
            <a:r>
              <a:t> │      │                      │                                            │</a:t>
            </a:r>
            <a:br/>
            <a:r>
              <a:t> │      ▼                      ▼                                            │</a:t>
            </a:r>
            <a:br/>
            <a:r>
              <a:t> │   ② CrossCall 전송     ⑥ ANSWER 또는 NOANSWER                           │</a:t>
            </a:r>
            <a:br/>
            <a:r>
              <a:t> │      is_crosscall_required='Y'                                           │</a:t>
            </a:r>
            <a:br/>
            <a:r>
              <a:t> │      dial: 91+DID+800+900                                                │</a:t>
            </a:r>
            <a:br/>
            <a:r>
              <a:t> └──────────────────────────┬───────────────────────────────────────────────┘</a:t>
            </a:r>
            <a:br/>
            <a:r>
              <a:t>                            │</a:t>
            </a:r>
            <a:br/>
            <a:r>
              <a:t>                 SIP INVITE │</a:t>
            </a:r>
            <a:br/>
            <a:r>
              <a:t>                            ▼</a:t>
            </a:r>
            <a:br/>
            <a:r>
              <a:t> ┌──────────────────────────────────────────────────────────────────────────┐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│                          B장비 (pbx_id=2)                                │</a:t>
            </a:r>
            <a:br/>
            <a:r>
              <a:t> │                       IP: 121.254.239.50                                 │</a:t>
            </a:r>
            <a:br/>
            <a:r>
              <a:t> │                                                                          │</a:t>
            </a:r>
            <a:br/>
            <a:r>
              <a:t> │   ③ CrossCall 수신: 9107089982240800900                                 │</a:t>
            </a:r>
            <a:br/>
            <a:r>
              <a:t> │      parse: prefix=91, DID=07089982240, TARGET_Q=800, NEXT_Q=900         │</a:t>
            </a:r>
            <a:br/>
            <a:r>
              <a:t> │                                                                          │</a:t>
            </a:r>
            <a:br/>
            <a:r>
              <a:t> │   ┌─────┐                                                                │</a:t>
            </a:r>
            <a:br/>
            <a:r>
              <a:t> │   │Q800 │  ←── QList에서 Q800은 B장비                                    │</a:t>
            </a:r>
            <a:br/>
            <a:r>
              <a:t> │   └──┬──┘                                                                │</a:t>
            </a:r>
            <a:br/>
            <a:r>
              <a:t> │      │                                                                   │</a:t>
            </a:r>
            <a:br/>
            <a:r>
              <a:t> │      │ ④ Dial Q800                                                       │</a:t>
            </a:r>
            <a:br/>
            <a:r>
              <a:t> │      │    NOANSWER                                                       │</a:t>
            </a:r>
            <a:br/>
            <a:r>
              <a:t> │      │                                                                   │</a:t>
            </a:r>
            <a:br/>
            <a:r>
              <a:t> │      ▼                                                                   │</a:t>
            </a:r>
            <a:br/>
            <a:r>
              <a:t> │   NEXT_Q=900의 pbx_id=1 (A장비)                                          │</a:t>
            </a:r>
            <a:br/>
            <a:r>
              <a:t> │   → CrossCall 생성: 90+DID+900+700                                       │</a:t>
            </a:r>
            <a:br/>
            <a:r>
              <a:t> │   → A장비로 전송 ─────────────────────────────────────────────────────▶ │</a:t>
            </a:r>
            <a:br/>
            <a:r>
              <a:t> └──────────────────────────────────────────────────────────────────────────┘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NOANSWER 처리 흐름도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877824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REAL_DIAL_AGENT 후 NOANSWER 발생                       │</a:t>
            </a:r>
            <a:br/>
            <a:r>
              <a:t>└───────────────────────────────────────┬─────────────────────────────────────┘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    │</a:t>
            </a:r>
            <a:br/>
            <a:r>
              <a:t>                                        ▼</a:t>
            </a:r>
            <a:br/>
            <a:r>
              <a:t>                       ┌────────────────────────────────┐</a:t>
            </a:r>
            <a:br/>
            <a:r>
              <a:t>                       │  CC_CROSSCALL_TYPE 확인        │</a:t>
            </a:r>
            <a:br/>
            <a:r>
              <a:t>                       └────────────────┬───────────────┘</a:t>
            </a:r>
            <a:br/>
            <a:r>
              <a:t>                                        │</a:t>
            </a:r>
            <a:br/>
            <a:r>
              <a:t>          ┌─────────────────────────────┼─────────────────────────────┐</a:t>
            </a:r>
            <a:br/>
            <a:r>
              <a:t>          │                             │                             │</a:t>
            </a:r>
            <a:br/>
            <a:r>
              <a:t>          ▼                             ▼                             ▼</a:t>
            </a:r>
            <a:br/>
            <a:r>
              <a:t>┌─────────────────┐         ┌─────────────────────┐       ┌─────────────────┐</a:t>
            </a:r>
            <a:br/>
            <a:r>
              <a:t>│ 일반 콜         │         │ INCOMING (CrossCall)│       │ RETURN (반환)   │</a:t>
            </a:r>
            <a:br/>
            <a:r>
              <a:t>│ CC_TYPE == ''   │         │ CC_TYPE == 'INCOMING'│       │ CC_TYPE=='RETURN'│</a:t>
            </a:r>
            <a:br/>
            <a:r>
              <a:t>└────────┬────────┘         └──────────┬──────────┘       └────────┬────────┘</a:t>
            </a:r>
            <a:br/>
            <a:r>
              <a:t>         │                              │                           │</a:t>
            </a:r>
            <a:br/>
            <a:r>
              <a:t>         ▼                              ▼                           ▼</a:t>
            </a:r>
            <a:br/>
            <a:r>
              <a:t>┌─────────────────┐         ┌─────────────────────┐       ┌─────────────────┐</a:t>
            </a:r>
            <a:br/>
            <a:r>
              <a:t>│ GET_Q_STEP2     │         │ CC_NEXT_Q 있음?     │       │ GET_Q_STEP2     │</a:t>
            </a:r>
            <a:br/>
            <a:r>
              <a:t>│ tr_next_q 조회  │         │                     │       │ 다음 Q 조회     │</a:t>
            </a:r>
            <a:br/>
            <a:r>
              <a:t>└────────┬────────┘         └──────────┬──────────┘       └────────┬────────┘</a:t>
            </a:r>
            <a:br/>
            <a:r>
              <a:t>         │                      │           │                       │</a:t>
            </a:r>
            <a:br/>
            <a:r>
              <a:t>         ▼                      ▼           ▼                       ▼</a:t>
            </a:r>
            <a:br/>
            <a:r>
              <a:t>┌─────────────────┐    ┌──────────┐  ┌──────────┐         ┌─────────────────┐</a:t>
            </a:r>
            <a:br/>
            <a:r>
              <a:t>│ is_crosscall?   │    │ Yes      │  │ No       │         │ CrossCall 또는  │</a:t>
            </a:r>
            <a:br/>
            <a:r>
              <a:t>│                 │    │ CC_NEXT_Q│  │ CC_NEXT_Q│         │ 일반 전송       │</a:t>
            </a:r>
            <a:br/>
            <a:r>
              <a:t>└────────┬────────┘    │ 클리어   │  │ 빈 상태  │         └─────────────────┘</a:t>
            </a:r>
            <a:br/>
            <a:r>
              <a:t>         │              └────┬─────┘  └────┬─────┘</a:t>
            </a:r>
            <a:br/>
            <a:r>
              <a:t>         │                   │              │</a:t>
            </a:r>
            <a:br/>
            <a:r>
              <a:t>┌────────┴────────┐          ▼              ▼</a:t>
            </a:r>
            <a:br/>
            <a:r>
              <a:t>│ Y          N    │   ┌─────────────┐  ┌─────────────┐</a:t>
            </a:r>
            <a:br/>
            <a:r>
              <a:t>▼                ▼   │ TR_ORDER++  │  │ TR_ORDER++  │</a:t>
            </a:r>
            <a:br/>
            <a:r>
              <a:t>┌────────┐ ┌────────┐│GET_Q_STEP2 │  │GET_Q_STEP2 │</a:t>
            </a:r>
            <a:br/>
            <a:r>
              <a:t>│CrossCall│ │일반Dial ││             │  │             │</a:t>
            </a:r>
            <a:br/>
            <a:r>
              <a:t>│전송    │ │        ││다음 Q 조회 │  │다음 Q 조회 │</a:t>
            </a:r>
            <a:br/>
            <a:r>
              <a:t>└────────┘ └────────┘└─────────────┘  └─────────────┘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무한루프 방지 메커니즘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문제 상황: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모든 Q에서 NOANSWER 발생시 무한 반복 가능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방지 메커니즘: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1. TR_ORDER 추적: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각 시도마다 TR_ORDER 증가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TR_ORDER &gt; TR_COUNT 시 첫번째 Q로 순환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2. CC_NEXT_Q 클리어: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CrossCall INCOMING 후 NOANSWER시 CC_NEXT_Q 즉시 클리어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GET_Q_STEP2에서 새로운 다음 Q 계산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3. 최대 시도 횟수: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CC_TRANSFER_RETRY_COUNT 변수로 최대 재시도 횟수 제한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요약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1. 시스템 구성: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FastAGI + PHP API + LOGI.SCN 시나리오 엔진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2. 핵심 모듈: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checkCrossCallPrefix.php: CrossCall 판별 및 파싱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getCompany_new.php: 회사 정보 및 라우팅 설정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getQExtCCDid_new.php: 초기 Q 선택 및 CrossCall 감지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getQStep2.php: 재시도 Q 선택 및 CrossCall 생성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3. CrossCall 형식 (v1.5.0 통일):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prefix + DID + TARGET_Q(3자리) + NEXT_Q(3자리)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4. 무한루프 방지:</a:t>
            </a:r>
          </a:p>
          <a:p>
            <a:pPr lvl="1"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 ▸ TR_ORDER 증가, CC_NEXT_Q 클리어, 재시도 횟수 제한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Section: 데이터베이스 스키마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T_PBX_CONFIG - PBX 서버 설정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73152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설명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시퀀스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pbx_id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PBX 식별자 (1=A장비, 2=B장비)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pbx_name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PBX 이름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server_ip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서버 IP 주소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crosscall_prefix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크로스콜 접두사 (예: 9)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Q번호 자릿수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origin_q_length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원본 Q번호 자릿수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활성화 여부 (Y/N)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T_COMPANY - 회사 정보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설명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company_id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회사 고유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company_name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회사명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pbx_id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소속 PBX ID (0=전체, 1=A장비, 2=B장비)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company_level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회사 레벨 (0=마스터, 1=본사, 2=지점)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master_id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마스터 회사 ID (company_level=0인 회사 참조)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use_crosscall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크로스콜 사용 여부 (Y/N)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use_did_route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DID 라우팅 사용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use_cid_route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CID 라우팅 사용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use_db_route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DB 라우팅 사용 여부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T_COMPANY - 회사 정보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설명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콜 액션 (AC=대기멘트, QE=큐진입, TR=전환)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wait_time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대기 시간 (초)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main_queue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메인 큐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use_queue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사용 큐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vac_ment_dir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부재 멘트 디렉토리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info_ment_dir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안내 멘트 디렉토리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is_re_call_use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재전화 사용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re_call_time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재전화 시간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ringo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RINGO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T_QUEUE - 큐 정보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731520"/>
                <a:gridCol w="4389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설명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master_id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마스터 회사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큐 번호 (예: 700, 800, 900)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큐 이름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사용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hunt_type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헌트 타입 (S=순차, A=일괄)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hunt_time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헌트 시간 (초)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is_other_q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다른 Q 사용 여부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other_q_num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다른 Q 번호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T_Q_EXTENSION - 큐별 내선 매핑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설명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q_ext_id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bigint(20)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PK - 매핑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master_id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마스터 회사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큐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ext_number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내선 번호 (예: 1001, 1002)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call_order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호출 순서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call_status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통화 상태 (0=대기, 1=통화중)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상태 (1=로그인, 0=로그아웃)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상담원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상담원 이름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T_EXTENSION - 내선 정보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설명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PK - 내선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master_id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마스터 회사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ext_number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내선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call_status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통화 상태 (0=대기, 1=통화중, 2=링, 3=보류)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char(1)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로그인 상태 (1=로그인, 0=로그아웃)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상담원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상담원 이름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company_id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회사 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T_MY_TRANSFER_CALL - WORK 시간대 전환 설정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컬럼명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설명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transfer_id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bigint(20)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PK - 전환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company_id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bigint(20)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회사 ID (조회 키)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transfer_company_id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bigint(20)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전환 대상 회사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transfer_did_number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전환 대상 DID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transfer_q_number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전환 대상 큐 번호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transfer_order_num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전환 순서 (1부터 시작)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전환 테이블 비교 (TYPE별)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■ T_MY_TRANSFER_CALL</a:t>
            </a:r>
          </a:p>
          <a:p>
            <a:pPr>
              <a:spcAft>
                <a:spcPts val="400"/>
              </a:spcAft>
              <a:defRPr sz="1400"/>
            </a:pPr>
            <a:r>
              <a:t>   • 사용 시간대: WORK (근무시간)</a:t>
            </a:r>
          </a:p>
          <a:p>
            <a:pPr>
              <a:spcAft>
                <a:spcPts val="400"/>
              </a:spcAft>
              <a:defRPr sz="1400"/>
            </a:pPr>
            <a:r>
              <a:t>   • TYPE: GET_CC_SMY</a:t>
            </a:r>
          </a:p>
          <a:p>
            <a:pPr>
              <a:spcAft>
                <a:spcPts val="400"/>
              </a:spcAft>
              <a:defRPr sz="1400"/>
            </a:pPr>
            <a:r>
              <a:t>   • 착신 방식: 직접착신 / 시간차착신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T_SEQUENCE_TRANSFER_CALL</a:t>
            </a:r>
          </a:p>
          <a:p>
            <a:pPr>
              <a:spcAft>
                <a:spcPts val="400"/>
              </a:spcAft>
              <a:defRPr sz="1400"/>
            </a:pPr>
            <a:r>
              <a:t>   • 사용 시간대: PEAK (피크시간)</a:t>
            </a:r>
          </a:p>
          <a:p>
            <a:pPr>
              <a:spcAft>
                <a:spcPts val="400"/>
              </a:spcAft>
              <a:defRPr sz="1400"/>
            </a:pPr>
            <a:r>
              <a:t>   • TYPE: GET_CC_SEQ</a:t>
            </a:r>
          </a:p>
          <a:p>
            <a:pPr>
              <a:spcAft>
                <a:spcPts val="400"/>
              </a:spcAft>
              <a:defRPr sz="1400"/>
            </a:pPr>
            <a:r>
              <a:t>   • 착신 방식: 순차착신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T_DIRECT_TRANSFER_CALL</a:t>
            </a:r>
          </a:p>
          <a:p>
            <a:pPr>
              <a:spcAft>
                <a:spcPts val="400"/>
              </a:spcAft>
              <a:defRPr sz="1400"/>
            </a:pPr>
            <a:r>
              <a:t>   • 사용 시간대: END (종료시간)</a:t>
            </a:r>
          </a:p>
          <a:p>
            <a:pPr>
              <a:spcAft>
                <a:spcPts val="400"/>
              </a:spcAft>
              <a:defRPr sz="1400"/>
            </a:pPr>
            <a:r>
              <a:t>   • TYPE: GET_CC_DIR</a:t>
            </a:r>
          </a:p>
          <a:p>
            <a:pPr>
              <a:spcAft>
                <a:spcPts val="400"/>
              </a:spcAft>
              <a:defRPr sz="1400"/>
            </a:pPr>
            <a:r>
              <a:t>   • 착신 방식: 직접착신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※ 세 테이블 모두 동일한 스키마 구조를 가짐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Section: 주요 SQL 쿼리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pbx_config.php - PBX 설정 조회 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-- 서버 IP 기반 PBX 설정 조회</a:t>
            </a:r>
            <a:br/>
            <a:r>
              <a:t>SELECT pbx_id, pbx_name, server_ip, crosscall_prefix, q_length, origin_q_length</a:t>
            </a:r>
            <a:br/>
            <a:r>
              <a:t>FROM T_PBX_CONFIG</a:t>
            </a:r>
            <a:br/>
            <a:r>
              <a:t>WHERE server_ip = '121.254.239.52'   -- A장비</a:t>
            </a:r>
            <a:br/>
            <a:r>
              <a:t>  AND is_active = 'Y'</a:t>
            </a:r>
            <a:br/>
            <a:r>
              <a:t>LIMIT 1;</a:t>
            </a:r>
            <a:br/>
            <a:br/>
            <a:r>
              <a:t>-- 결과 예시:</a:t>
            </a:r>
            <a:br/>
            <a:r>
              <a:t>-- pbx_id: 1</a:t>
            </a:r>
            <a:br/>
            <a:r>
              <a:t>-- pbx_name: A장비</a:t>
            </a:r>
            <a:br/>
            <a:r>
              <a:t>-- server_ip: 121.254.239.52</a:t>
            </a:r>
            <a:br/>
            <a:r>
              <a:t>-- crosscall_prefix: 9</a:t>
            </a:r>
            <a:br/>
            <a:r>
              <a:t>-- q_length: 3</a:t>
            </a:r>
            <a:br/>
            <a:r>
              <a:t>-- origin_q_length: 3</a:t>
            </a:r>
            <a:br/>
            <a:br/>
            <a:r>
              <a:t>-- PBX ID로 다른 장비 정보 조회 (크로스콜 대상)</a:t>
            </a:r>
            <a:br/>
            <a:r>
              <a:t>SELECT pbx_id, server_ip, crosscall_prefix</a:t>
            </a:r>
            <a:br/>
            <a:r>
              <a:t>FROM T_PBX_CONFIG</a:t>
            </a:r>
            <a:br/>
            <a:r>
              <a:t>WHERE pbx_id != 1   -- 내 장비 제외</a:t>
            </a:r>
            <a:br/>
            <a:r>
              <a:t>  AND is_active = 'Y';</a:t>
            </a:r>
            <a:b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가용 상담원 조회 쿼리 (핵심)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-- WORK 시간대: 가용 상담원이 있는 Q 찾기</a:t>
            </a:r>
            <a:br/>
            <a:r>
              <a:t>SELECT m.transfer_q_number, m.transfer_order_num</a:t>
            </a:r>
            <a:br/>
            <a:r>
              <a:t>FROM T_MY_TRANSFER_CALL AS m</a:t>
            </a:r>
            <a:br/>
            <a:r>
              <a:t>  INNER JOIN T_Q_EXTENSION AS e ON m.transfer_q_number = e.q_num</a:t>
            </a:r>
            <a:br/>
            <a:r>
              <a:t>  INNER JOIN T_EXTENSION AS t ON e.ext_number = t.ext_number</a:t>
            </a:r>
            <a:br/>
            <a:r>
              <a:t>WHERE m.company_id = 7360              -- 회사 ID</a:t>
            </a:r>
            <a:br/>
            <a:r>
              <a:t>  AND t.call_status = 0                -- 대기 상태 (통화중 아님)</a:t>
            </a:r>
            <a:br/>
            <a:r>
              <a:t>  AND t.is_status = 1                  -- 로그인 상태</a:t>
            </a:r>
            <a:br/>
            <a:r>
              <a:t>GROUP BY e.q_num</a:t>
            </a:r>
            <a:br/>
            <a:r>
              <a:t>ORDER BY FIELD(m.transfer_q_number, '800','900','700')  -- QList 순서</a:t>
            </a:r>
            <a:br/>
            <a:r>
              <a:t>LIMIT 1;</a:t>
            </a:r>
            <a:br/>
            <a:br/>
            <a:r>
              <a:t>-- 조건 설명:</a:t>
            </a:r>
            <a:br/>
            <a:r>
              <a:t>-- t.call_status = 0  : 상담원이 현재 통화 중이 아님</a:t>
            </a:r>
            <a:br/>
            <a:r>
              <a:t>-- t.is_status = 1    : 상담원이 로그인 상태</a:t>
            </a:r>
            <a:br/>
            <a:r>
              <a:t>-- GROUP BY e.q_num   : 큐별로 그룹화 (한 큐에 가용 상담원 1명 이상이면 OK)</a:t>
            </a:r>
            <a:br/>
            <a:r>
              <a:t>-- ORDER BY FIELD()   : QList 순서대로 정렬 (TRORDER 기반)</a:t>
            </a:r>
            <a:b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QList 재정렬 로직 (TRORDER 기반)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-- 예시: QList=[700,800,900], TRORDER=2 인 경우</a:t>
            </a:r>
            <a:br/>
            <a:br/>
            <a:r>
              <a:t>-- PHP 코드:</a:t>
            </a:r>
            <a:br/>
            <a:r>
              <a:t>$QLIST = ['700', '800', '900'];</a:t>
            </a:r>
            <a:br/>
            <a:r>
              <a:t>$TRORDER = 2;</a:t>
            </a:r>
            <a:br/>
            <a:r>
              <a:t>$TRCOUNT = 3;</a:t>
            </a:r>
            <a:br/>
            <a:br/>
            <a:r>
              <a:t>// TRORDER 위치부터 시작하여 순환</a:t>
            </a:r>
            <a:br/>
            <a:r>
              <a:t>for ($i = $TRORDER - 1; $i &lt; $TRCOUNT; $i++) {</a:t>
            </a:r>
            <a:br/>
            <a:r>
              <a:t>    $TRQLIST .= "'" . $QLIST[$i] . "',";   // '800','900',</a:t>
            </a:r>
            <a:br/>
            <a:r>
              <a:t>}</a:t>
            </a:r>
            <a:br/>
            <a:r>
              <a:t>for ($j = 0; $j &lt; $TRORDER - 1; $j++) {</a:t>
            </a:r>
            <a:br/>
            <a:r>
              <a:t>    $TRQLIST .= "'" . $QLIST[$j] . "',";   // '700',</a:t>
            </a:r>
            <a:br/>
            <a:r>
              <a:t>}</a:t>
            </a:r>
            <a:br/>
            <a:r>
              <a:t>$NEWLIST = rtrim($TRQLIST, ", ");          // '800','900','700'</a:t>
            </a:r>
            <a:br/>
            <a:br/>
            <a:r>
              <a:t>-- 결과: ORDER BY FIELD(m.transfer_q_number, '800','900','700')</a:t>
            </a:r>
            <a:br/>
            <a:r>
              <a:t>-- 의미: Q800부터 검색, 없으면 Q900, 없으면 Q700 순서로 조회</a:t>
            </a:r>
            <a:b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checkCrossCallPrefix.php - 크로스콜 감지 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-- DID 번호에서 크로스콜 접두사 확인</a:t>
            </a:r>
            <a:br/>
            <a:r>
              <a:t>-- 예시 DID: 90800021234 (접두사 9 + Q번호 0800 + 원본DID 021234)</a:t>
            </a:r>
            <a:br/>
            <a:br/>
            <a:r>
              <a:t>-- Step 1: CrossCall 접두사 확인</a:t>
            </a:r>
            <a:br/>
            <a:r>
              <a:t>SELECT crosscall_prefix, q_length, origin_q_length</a:t>
            </a:r>
            <a:br/>
            <a:r>
              <a:t>FROM T_PBX_CONFIG</a:t>
            </a:r>
            <a:br/>
            <a:r>
              <a:t>WHERE pbx_id = 2  -- B장비 (수신측)</a:t>
            </a:r>
            <a:br/>
            <a:r>
              <a:t>  AND is_active = 'Y';</a:t>
            </a:r>
            <a:br/>
            <a:r>
              <a:t>-- 결과: crosscall_prefix='9', q_length=4, origin_q_length=6</a:t>
            </a:r>
            <a:br/>
            <a:br/>
            <a:r>
              <a:t>-- Step 2: DID 파싱 (PHP)</a:t>
            </a:r>
            <a:br/>
            <a:r>
              <a:t>$DID = '90800021234';</a:t>
            </a:r>
            <a:br/>
            <a:r>
              <a:t>$prefix = substr($DID, 0, 1);              // '9' (크로스콜 접두사)</a:t>
            </a:r>
            <a:br/>
            <a:r>
              <a:t>$TARGET_Q = substr($DID, 1, 4);            // '0800' (타겟 Q)</a:t>
            </a:r>
            <a:br/>
            <a:r>
              <a:t>$ORIGINAL_DID = substr($DID, 5);           // '021234' (원본 DID)</a:t>
            </a:r>
            <a:br/>
            <a:br/>
            <a:r>
              <a:t>-- Step 3: 회사 정보 조회 (원본 DID 기준)</a:t>
            </a:r>
            <a:br/>
            <a:r>
              <a:t>SELECT company_id, master_id, use_crosscall</a:t>
            </a:r>
            <a:br/>
            <a:r>
              <a:t>FROM T_COMPANY</a:t>
            </a:r>
            <a:br/>
            <a:r>
              <a:t>WHERE did_number = '021234'</a:t>
            </a:r>
            <a:br/>
            <a:r>
              <a:t>  AND is_active = 'Y';</a:t>
            </a:r>
            <a:b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v1.7.3 - 단일 쿼리로 가용 Q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-- 기존: TARGET_Q 체크 → 실패 시 순차적으로 다른 Q 체크 (다중 쿼리)</a:t>
            </a:r>
            <a:br/>
            <a:r>
              <a:t>-- 변경: 단일 쿼리로 TARGET_Q와 alternate Q 동시 검색</a:t>
            </a:r>
            <a:br/>
            <a:br/>
            <a:r>
              <a:t>-- find_available_q_in_qlist() 함수 내부 쿼리</a:t>
            </a:r>
            <a:br/>
            <a:r>
              <a:t>SELECT m.transfer_q_number AS q, m.transfer_order_num AS order_num</a:t>
            </a:r>
            <a:br/>
            <a:r>
              <a:t>FROM T_MY_TRANSFER_CALL AS m</a:t>
            </a:r>
            <a:br/>
            <a:r>
              <a:t>  INNER JOIN T_Q_EXTENSION AS qe ON m.transfer_q_number = qe.q_num</a:t>
            </a:r>
            <a:br/>
            <a:r>
              <a:t>  INNER JOIN T_EXTENSION AS t ON qe.ext_number = t.ext_number</a:t>
            </a:r>
            <a:br/>
            <a:r>
              <a:t>WHERE m.company_id = 7360</a:t>
            </a:r>
            <a:br/>
            <a:r>
              <a:t>  AND m.transfer_q_number IN ('800','900','700')  -- QList</a:t>
            </a:r>
            <a:br/>
            <a:r>
              <a:t>  AND t.call_status = 0                           -- 대기 상태</a:t>
            </a:r>
            <a:br/>
            <a:r>
              <a:t>  AND t.is_status = '1'                           -- 로그인 상태</a:t>
            </a:r>
            <a:br/>
            <a:r>
              <a:t>GROUP BY m.transfer_q_number</a:t>
            </a:r>
            <a:br/>
            <a:r>
              <a:t>ORDER BY FIELD(m.transfer_q_number, '800','900','700')  -- TARGET_Q(800)부터</a:t>
            </a:r>
            <a:br/>
            <a:r>
              <a:t>LIMIT 1;</a:t>
            </a:r>
            <a:br/>
            <a:br/>
            <a:r>
              <a:t>-- 결과 해석:</a:t>
            </a:r>
            <a:br/>
            <a:r>
              <a:t>-- Q800 반환 → TARGET_Q 가용 (target_agent_available = 'Y')</a:t>
            </a:r>
            <a:br/>
            <a:r>
              <a:t>-- Q900 반환 → TARGET_Q 불가, Q900이 대체 (alternate_q = '900')</a:t>
            </a:r>
            <a:br/>
            <a:r>
              <a:t>-- 결과 없음 → 전체 Q 불가</a:t>
            </a:r>
            <a:b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addQNum_all.php v1.1.0 - PBX 필터링 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-- v1.1.0: 내 PBX에 해당하는 Q/Extension만 조회</a:t>
            </a:r>
            <a:br/>
            <a:br/>
            <a:r>
              <a:t>-- Q_EXTENSION 조회 (PBX 필터링)</a:t>
            </a:r>
            <a:br/>
            <a:r>
              <a:t>SELECT qe.q_num, qe.ext_number, qe.call_order, qe.q_ext_id, qe.master_id</a:t>
            </a:r>
            <a:br/>
            <a:r>
              <a:t>FROM T_Q_EXTENSION qe</a:t>
            </a:r>
            <a:br/>
            <a:r>
              <a:t>  INNER JOIN T_COMPANY c</a:t>
            </a:r>
            <a:br/>
            <a:r>
              <a:t>    ON qe.master_id = c.master_id</a:t>
            </a:r>
            <a:br/>
            <a:r>
              <a:t>    AND c.company_level = 0           -- 마스터 회사만</a:t>
            </a:r>
            <a:br/>
            <a:r>
              <a:t>WHERE c.pbx_id = '1'                  -- 내 PBX ID (A장비)</a:t>
            </a:r>
            <a:br/>
            <a:r>
              <a:t>ORDER BY qe.q_num, qe.call_order;</a:t>
            </a:r>
            <a:br/>
            <a:br/>
            <a:r>
              <a:t>-- QUEUE 조회 (PBX 필터링)</a:t>
            </a:r>
            <a:br/>
            <a:r>
              <a:t>SELECT q.q_num, q.hunt_type, q.hunt_time, q.is_other_q, q.other_q_num</a:t>
            </a:r>
            <a:br/>
            <a:r>
              <a:t>FROM T_QUEUE q</a:t>
            </a:r>
            <a:br/>
            <a:r>
              <a:t>  INNER JOIN T_COMPANY c</a:t>
            </a:r>
            <a:br/>
            <a:r>
              <a:t>    ON q.master_id = c.master_id</a:t>
            </a:r>
            <a:br/>
            <a:r>
              <a:t>    AND c.company_level = 0</a:t>
            </a:r>
            <a:br/>
            <a:r>
              <a:t>WHERE c.pbx_id = '1'                  -- 내 PBX ID</a:t>
            </a:r>
            <a:br/>
            <a:r>
              <a:t>ORDER BY q.q_num;</a:t>
            </a:r>
            <a:br/>
            <a:br/>
            <a:r>
              <a:t>-- 결과: A장비는 A장비 소속 Q만, B장비는 B장비 소속 Q만 동기화</a:t>
            </a:r>
            <a:b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getQStep2.php v1.7.0 - CrossCall RETURN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-- 시나리오: B장비에서 Q800,Q900 모두 noanswer → A장비로 리턴</a:t>
            </a:r>
            <a:br/>
            <a:r>
              <a:t>-- IS_CROSSCALL_INCOMING=Y, CC_ORIGIN_Q=700 (A장비에서 출발한 Q)</a:t>
            </a:r>
            <a:br/>
            <a:br/>
            <a:r>
              <a:t>-- PHP: CC_ORIGIN_Q 위치 찾아서 스킵</a:t>
            </a:r>
            <a:br/>
            <a:r>
              <a:t>$QLIST = ['700', '800', '900'];</a:t>
            </a:r>
            <a:br/>
            <a:r>
              <a:t>$CC_ORIGIN_Q = '700';              // 크로스콜 출발점</a:t>
            </a:r>
            <a:br/>
            <a:r>
              <a:t>$TRORDER = 1;                      // 기존 TRORDER</a:t>
            </a:r>
            <a:br/>
            <a:br/>
            <a:r>
              <a:t>// CC_ORIGIN_Q 다음부터 시작하도록 조정</a:t>
            </a:r>
            <a:br/>
            <a:r>
              <a:t>for ($k = 0; $k &lt; count($QLIST); $k++) {</a:t>
            </a:r>
            <a:br/>
            <a:r>
              <a:t>    if ($QLIST[$k] == $CC_ORIGIN_Q) {</a:t>
            </a:r>
            <a:br/>
            <a:r>
              <a:t>        $effective_trorder = $k + 2;   // 700의 위치(0) + 2 = 2</a:t>
            </a:r>
            <a:br/>
            <a:r>
              <a:t>        if ($effective_trorder &gt; count($QLIST)) {</a:t>
            </a:r>
            <a:br/>
            <a:r>
              <a:t>            $effective_trorder = 1;     // 순환</a:t>
            </a:r>
            <a:br/>
            <a:r>
              <a:t>        }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r>
              <a:t>// 결과: effective_trorder = 2 → Q800부터 시작 (Q700 스킵)</a:t>
            </a:r>
            <a:br/>
            <a:br/>
            <a:r>
              <a:t>-- SQL: ORDER BY FIELD(m.transfer_q_number, '800','900')</a:t>
            </a:r>
            <a:br/>
            <a:r>
              <a:t>-- Q700은 이미 시도했으므로 스킵 → 무한루프 방지</a:t>
            </a:r>
            <a:b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Section: 버전별 변경사항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버전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■ checkCrossCallPrefix.php</a:t>
            </a:r>
          </a:p>
          <a:p>
            <a:pPr>
              <a:spcAft>
                <a:spcPts val="400"/>
              </a:spcAft>
              <a:defRPr sz="1400"/>
            </a:pPr>
            <a:r>
              <a:t>   v1.7.0 → v1.7.1 → v1.7.2 → v1.7.3 (현재)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getQStep2.php</a:t>
            </a:r>
          </a:p>
          <a:p>
            <a:pPr>
              <a:spcAft>
                <a:spcPts val="400"/>
              </a:spcAft>
              <a:defRPr sz="1400"/>
            </a:pPr>
            <a:r>
              <a:t>   v1.6.0 → v1.7.0 (현재)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addQNum_all.php</a:t>
            </a:r>
          </a:p>
          <a:p>
            <a:pPr>
              <a:spcAft>
                <a:spcPts val="400"/>
              </a:spcAft>
              <a:defRPr sz="1400"/>
            </a:pPr>
            <a:r>
              <a:t>   v1.0.0 → v1.1.0 (현재)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pbx_config.php</a:t>
            </a:r>
          </a:p>
          <a:p>
            <a:pPr>
              <a:spcAft>
                <a:spcPts val="400"/>
              </a:spcAft>
              <a:defRPr sz="1400"/>
            </a:pPr>
            <a:r>
              <a:t>   v1.0.0 (신규)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spcAft>
                <a:spcPts val="400"/>
              </a:spcAft>
              <a:defRPr sz="1400"/>
            </a:pPr>
            <a:r>
              <a:t>최종 업데이트: 2026-02-06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v1.7.0 상세 - CrossCall RETURN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■ 파일: getQStep2.php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문제 상황:</a:t>
            </a:r>
          </a:p>
          <a:p>
            <a:pPr>
              <a:spcAft>
                <a:spcPts val="400"/>
              </a:spcAft>
              <a:defRPr sz="1400"/>
            </a:pPr>
            <a:r>
              <a:t>   1. A장비 Q700에서 인입 → 상담원 없음</a:t>
            </a:r>
          </a:p>
          <a:p>
            <a:pPr>
              <a:spcAft>
                <a:spcPts val="400"/>
              </a:spcAft>
              <a:defRPr sz="1400"/>
            </a:pPr>
            <a:r>
              <a:t>   2. B장비 Q800으로 크로스콜 → 상담원 없음</a:t>
            </a:r>
          </a:p>
          <a:p>
            <a:pPr>
              <a:spcAft>
                <a:spcPts val="400"/>
              </a:spcAft>
              <a:defRPr sz="1400"/>
            </a:pPr>
            <a:r>
              <a:t>   3. B장비 Q900으로 이동 → 상담원 없음</a:t>
            </a:r>
          </a:p>
          <a:p>
            <a:pPr>
              <a:spcAft>
                <a:spcPts val="400"/>
              </a:spcAft>
              <a:defRPr sz="1400"/>
            </a:pPr>
            <a:r>
              <a:t>   4. A장비로 리턴 → Q700 다시 시도 (무한루프!)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해결책:</a:t>
            </a:r>
          </a:p>
          <a:p>
            <a:pPr>
              <a:spcAft>
                <a:spcPts val="400"/>
              </a:spcAft>
              <a:defRPr sz="1400"/>
            </a:pPr>
            <a:r>
              <a:t>   • IS_CROSSCALL_INCOMING='Y' 체크</a:t>
            </a:r>
          </a:p>
          <a:p>
            <a:pPr>
              <a:spcAft>
                <a:spcPts val="400"/>
              </a:spcAft>
              <a:defRPr sz="1400"/>
            </a:pPr>
            <a:r>
              <a:t>   • CC_ORIGIN_Q (크로스콜 출발 Q) 위치 파악</a:t>
            </a:r>
          </a:p>
          <a:p>
            <a:pPr>
              <a:spcAft>
                <a:spcPts val="400"/>
              </a:spcAft>
              <a:defRPr sz="1400"/>
            </a:pPr>
            <a:r>
              <a:t>   • effective_trorder = CC_ORIGIN_Q 위치 + 2</a:t>
            </a:r>
          </a:p>
          <a:p>
            <a:pPr>
              <a:spcAft>
                <a:spcPts val="400"/>
              </a:spcAft>
              <a:defRPr sz="1400"/>
            </a:pPr>
            <a:r>
              <a:t>   • CC_ORIGIN_Q를 스킵하고 다음 Q부터 시작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적용 위치:</a:t>
            </a:r>
          </a:p>
          <a:p>
            <a:pPr>
              <a:spcAft>
                <a:spcPts val="400"/>
              </a:spcAft>
              <a:defRPr sz="1400"/>
            </a:pPr>
            <a:r>
              <a:t>   • GET_CC_SMY (WORK), GET_CC_SEQ (PEAK), GET_CC_DIR (END)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v1.7.2 상세 - tr_order 계산 수정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■ 파일: checkCrossCallPrefix.php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문제 상황:</a:t>
            </a:r>
          </a:p>
          <a:p>
            <a:pPr>
              <a:spcAft>
                <a:spcPts val="400"/>
              </a:spcAft>
              <a:defRPr sz="1400"/>
            </a:pPr>
            <a:r>
              <a:t>   • QList=[700,800,900], TARGET_Q=900 선택</a:t>
            </a:r>
          </a:p>
          <a:p>
            <a:pPr>
              <a:spcAft>
                <a:spcPts val="400"/>
              </a:spcAft>
              <a:defRPr sz="1400"/>
            </a:pPr>
            <a:r>
              <a:t>   • tr_order = 3 (현재 위치) 설정</a:t>
            </a:r>
          </a:p>
          <a:p>
            <a:pPr>
              <a:spcAft>
                <a:spcPts val="400"/>
              </a:spcAft>
              <a:defRPr sz="1400"/>
            </a:pPr>
            <a:r>
              <a:t>   • noanswer 발생 시 getQStep2.php에서:</a:t>
            </a:r>
          </a:p>
          <a:p>
            <a:pPr>
              <a:spcAft>
                <a:spcPts val="400"/>
              </a:spcAft>
              <a:defRPr sz="1400"/>
            </a:pPr>
            <a:r>
              <a:t>     - TRORDER=3, TRCOUNT=3 → 3 &gt; 3은 거짓</a:t>
            </a:r>
          </a:p>
          <a:p>
            <a:pPr>
              <a:spcAft>
                <a:spcPts val="400"/>
              </a:spcAft>
              <a:defRPr sz="1400"/>
            </a:pPr>
            <a:r>
              <a:t>     - 다음 Q가 아닌 현재 Q(900)부터 다시 시작 → 무한루프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해결책:</a:t>
            </a:r>
          </a:p>
          <a:p>
            <a:pPr>
              <a:spcAft>
                <a:spcPts val="400"/>
              </a:spcAft>
              <a:defRPr sz="1400"/>
            </a:pPr>
            <a:r>
              <a:t>   • tr_order = i + 2 (현재 위치 + 1)</a:t>
            </a:r>
          </a:p>
          <a:p>
            <a:pPr>
              <a:spcAft>
                <a:spcPts val="400"/>
              </a:spcAft>
              <a:defRPr sz="1400"/>
            </a:pPr>
            <a:r>
              <a:t>   • 예: Q900 위치=3 → tr_order=4</a:t>
            </a:r>
          </a:p>
          <a:p>
            <a:pPr>
              <a:spcAft>
                <a:spcPts val="400"/>
              </a:spcAft>
              <a:defRPr sz="1400"/>
            </a:pPr>
            <a:r>
              <a:t>   • noanswer 시: TRORDER=4 &gt; TRCOUNT=3 → TRORDER=1</a:t>
            </a:r>
          </a:p>
          <a:p>
            <a:pPr>
              <a:spcAft>
                <a:spcPts val="400"/>
              </a:spcAft>
              <a:defRPr sz="1400"/>
            </a:pPr>
            <a:r>
              <a:t>   • Q700부터 순환 시작 (Q900 스킵)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코드:</a:t>
            </a:r>
          </a:p>
          <a:p>
            <a:pPr>
              <a:spcAft>
                <a:spcPts val="400"/>
              </a:spcAft>
              <a:defRPr sz="1400"/>
            </a:pPr>
            <a:r>
              <a:t>   $INFO-&gt;tr_order = $i + 2;  // 다음 순서로 설정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v1.7.3 상세 - 단일 쿼리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■ 파일: checkCrossCallPrefix.php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기존 방식 (다중 쿼리):</a:t>
            </a:r>
          </a:p>
          <a:p>
            <a:pPr>
              <a:spcAft>
                <a:spcPts val="400"/>
              </a:spcAft>
              <a:defRPr sz="1400"/>
            </a:pPr>
            <a:r>
              <a:t>   1. TARGET_Q(800) 가용 상담원 체크 → 쿼리 1회</a:t>
            </a:r>
          </a:p>
          <a:p>
            <a:pPr>
              <a:spcAft>
                <a:spcPts val="400"/>
              </a:spcAft>
              <a:defRPr sz="1400"/>
            </a:pPr>
            <a:r>
              <a:t>   2. 없으면 Q900 체크 → 쿼리 2회</a:t>
            </a:r>
          </a:p>
          <a:p>
            <a:pPr>
              <a:spcAft>
                <a:spcPts val="400"/>
              </a:spcAft>
              <a:defRPr sz="1400"/>
            </a:pPr>
            <a:r>
              <a:t>   3. 없으면 Q700 체크 → 쿼리 3회</a:t>
            </a:r>
          </a:p>
          <a:p>
            <a:pPr>
              <a:spcAft>
                <a:spcPts val="400"/>
              </a:spcAft>
              <a:defRPr sz="1400"/>
            </a:pPr>
            <a:r>
              <a:t>   → 최악의 경우 QList 크기만큼 쿼리 실행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변경 방식 (단일 쿼리):</a:t>
            </a:r>
          </a:p>
          <a:p>
            <a:pPr>
              <a:spcAft>
                <a:spcPts val="400"/>
              </a:spcAft>
              <a:defRPr sz="1400"/>
            </a:pPr>
            <a:r>
              <a:t>   • ORDER BY FIELD()로 TARGET_Q부터 순서대로 정렬</a:t>
            </a:r>
          </a:p>
          <a:p>
            <a:pPr>
              <a:spcAft>
                <a:spcPts val="400"/>
              </a:spcAft>
              <a:defRPr sz="1400"/>
            </a:pPr>
            <a:r>
              <a:t>   • LIMIT 1로 첫 번째 가용 Q 반환</a:t>
            </a:r>
          </a:p>
          <a:p>
            <a:pPr>
              <a:spcAft>
                <a:spcPts val="400"/>
              </a:spcAft>
              <a:defRPr sz="1400"/>
            </a:pPr>
            <a:r>
              <a:t>   → 항상 1회 쿼리로 처리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새로운 반환 필드:</a:t>
            </a:r>
          </a:p>
          <a:p>
            <a:pPr>
              <a:spcAft>
                <a:spcPts val="400"/>
              </a:spcAft>
              <a:defRPr sz="1400"/>
            </a:pPr>
            <a:r>
              <a:t>   • target_agent_available: TARGET_Q 가용 여부</a:t>
            </a:r>
          </a:p>
          <a:p>
            <a:pPr>
              <a:spcAft>
                <a:spcPts val="400"/>
              </a:spcAft>
              <a:defRPr sz="1400"/>
            </a:pPr>
            <a:r>
              <a:t>   • alternate_q: 대체 Q 번호</a:t>
            </a:r>
          </a:p>
          <a:p>
            <a:pPr>
              <a:spcAft>
                <a:spcPts val="400"/>
              </a:spcAft>
              <a:defRPr sz="1400"/>
            </a:pPr>
            <a:r>
              <a:t>   • alternate_q_order: 대체 Q 순서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PHP 8.2 호환성 수정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■ 적용 파일: getQStep2.php, checkCrossCallPrefix.php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1. mysqli_query 결과 체크:</a:t>
            </a:r>
          </a:p>
          <a:p>
            <a:pPr>
              <a:spcAft>
                <a:spcPts val="400"/>
              </a:spcAft>
              <a:defRPr sz="1400"/>
            </a:pPr>
            <a:r>
              <a:t>   • 문제: PHP 8.2에서 실패 시 false 반환, 이후 함수 호출 에러</a:t>
            </a:r>
          </a:p>
          <a:p>
            <a:pPr>
              <a:spcAft>
                <a:spcPts val="400"/>
              </a:spcAft>
              <a:defRPr sz="1400"/>
            </a:pPr>
            <a:r>
              <a:t>   • 수정:</a:t>
            </a:r>
          </a:p>
          <a:p>
            <a:pPr>
              <a:spcAft>
                <a:spcPts val="400"/>
              </a:spcAft>
              <a:defRPr sz="1400"/>
            </a:pPr>
            <a:r>
              <a:t>     if ($res === false) {</a:t>
            </a:r>
          </a:p>
          <a:p>
            <a:pPr>
              <a:spcAft>
                <a:spcPts val="400"/>
              </a:spcAft>
              <a:defRPr sz="1400"/>
            </a:pPr>
            <a:r>
              <a:t>         SLOG(sprintf('[Query Error] %s', mysqli_error($conn)));</a:t>
            </a:r>
          </a:p>
          <a:p>
            <a:pPr>
              <a:spcAft>
                <a:spcPts val="400"/>
              </a:spcAft>
              <a:defRPr sz="1400"/>
            </a:pPr>
            <a:r>
              <a:t>     }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2. mysqli_num_rows 호출 전 체크:</a:t>
            </a:r>
          </a:p>
          <a:p>
            <a:pPr>
              <a:spcAft>
                <a:spcPts val="400"/>
              </a:spcAft>
              <a:defRPr sz="1400"/>
            </a:pPr>
            <a:r>
              <a:t>   • 문제: false에 대해 mysqli_num_rows() 호출 시 Fatal Error</a:t>
            </a:r>
          </a:p>
          <a:p>
            <a:pPr>
              <a:spcAft>
                <a:spcPts val="400"/>
              </a:spcAft>
              <a:defRPr sz="1400"/>
            </a:pPr>
            <a:r>
              <a:t>   • 수정: $count = ($res !== false) ? mysqli_num_rows($res) : 0;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3. mysqli_fetch_array 호출 전 체크:</a:t>
            </a:r>
          </a:p>
          <a:p>
            <a:pPr>
              <a:spcAft>
                <a:spcPts val="400"/>
              </a:spcAft>
              <a:defRPr sz="1400"/>
            </a:pPr>
            <a:r>
              <a:t>   • 수정: if ($res &amp;&amp; ($row = mysqli_fetch_array($res))) { ... }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4. 출력 버퍼 정리:</a:t>
            </a:r>
          </a:p>
          <a:p>
            <a:pPr>
              <a:spcAft>
                <a:spcPts val="400"/>
              </a:spcAft>
              <a:defRPr sz="1400"/>
            </a:pPr>
            <a:r>
              <a:t>   • 수정: if (ob_get_level()) ob_clean();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addQNum_all.php v1.1.0 상세 - PBX 필터링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■ 변경 목적:</a:t>
            </a:r>
          </a:p>
          <a:p>
            <a:pPr>
              <a:spcAft>
                <a:spcPts val="400"/>
              </a:spcAft>
              <a:defRPr sz="1400"/>
            </a:pPr>
            <a:r>
              <a:t>   • 다중 PBX 환경에서 각 장비가 자기 Q/Extension만 동기화</a:t>
            </a:r>
          </a:p>
          <a:p>
            <a:pPr>
              <a:spcAft>
                <a:spcPts val="400"/>
              </a:spcAft>
              <a:defRPr sz="1400"/>
            </a:pPr>
            <a:r>
              <a:t>   • A장비 Asterisk에 B장비 Q가 등록되면 안 됨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동작 방식:</a:t>
            </a:r>
          </a:p>
          <a:p>
            <a:pPr>
              <a:spcAft>
                <a:spcPts val="400"/>
              </a:spcAft>
              <a:defRPr sz="1400"/>
            </a:pPr>
            <a:r>
              <a:t>   1. pbx_config.php로 현재 서버 IP 기반 PBX ID 조회</a:t>
            </a:r>
          </a:p>
          <a:p>
            <a:pPr>
              <a:spcAft>
                <a:spcPts val="400"/>
              </a:spcAft>
              <a:defRPr sz="1400"/>
            </a:pPr>
            <a:r>
              <a:t>   2. T_COMPANY의 pbx_id로 소속 회사 필터링</a:t>
            </a:r>
          </a:p>
          <a:p>
            <a:pPr>
              <a:spcAft>
                <a:spcPts val="400"/>
              </a:spcAft>
              <a:defRPr sz="1400"/>
            </a:pPr>
            <a:r>
              <a:t>   3. master_id JOIN으로 해당 회사의 Q/Extension만 조회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필터링 조건:</a:t>
            </a:r>
          </a:p>
          <a:p>
            <a:pPr>
              <a:spcAft>
                <a:spcPts val="400"/>
              </a:spcAft>
              <a:defRPr sz="1400"/>
            </a:pPr>
            <a:r>
              <a:t>   • T_COMPANY.company_level = 0 (마스터 회사)</a:t>
            </a:r>
          </a:p>
          <a:p>
            <a:pPr>
              <a:spcAft>
                <a:spcPts val="400"/>
              </a:spcAft>
              <a:defRPr sz="1400"/>
            </a:pPr>
            <a:r>
              <a:t>   • T_COMPANY.pbx_id = MY_PBX_ID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에러 처리:</a:t>
            </a:r>
          </a:p>
          <a:p>
            <a:pPr>
              <a:spcAft>
                <a:spcPts val="400"/>
              </a:spcAft>
              <a:defRPr sz="1400"/>
            </a:pPr>
            <a:r>
              <a:t>   • PBX ID를 찾을 수 없으면 동기화 중단</a:t>
            </a:r>
          </a:p>
          <a:p>
            <a:pPr>
              <a:spcAft>
                <a:spcPts val="400"/>
              </a:spcAft>
              <a:defRPr sz="1400"/>
            </a:pPr>
            <a:r>
              <a:t>   • 로그: '[IPPBXSET] ERROR: Cannot identify PBX'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Section: CrossCall 흐름도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CrossCall 전체 흐름 (A→B→A)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━━━ 1단계: A장비 인입 ━━━</a:t>
            </a:r>
          </a:p>
          <a:p>
            <a:pPr>
              <a:spcAft>
                <a:spcPts val="400"/>
              </a:spcAft>
              <a:defRPr sz="1400"/>
            </a:pPr>
            <a:r>
              <a:t>  인입콜 → getQExtCCDid_new.php</a:t>
            </a:r>
          </a:p>
          <a:p>
            <a:pPr>
              <a:spcAft>
                <a:spcPts val="400"/>
              </a:spcAft>
              <a:defRPr sz="1400"/>
            </a:pPr>
            <a:r>
              <a:t>  QList=[700,800,900], 가용 Q 검색</a:t>
            </a:r>
          </a:p>
          <a:p>
            <a:pPr>
              <a:spcAft>
                <a:spcPts val="400"/>
              </a:spcAft>
              <a:defRPr sz="1400"/>
            </a:pPr>
            <a:r>
              <a:t>  Q700 가용 없음 → TARGET_Q=800 (B장비) 선택</a:t>
            </a:r>
          </a:p>
          <a:p>
            <a:pPr>
              <a:spcAft>
                <a:spcPts val="400"/>
              </a:spcAft>
              <a:defRPr sz="1400"/>
            </a:pPr>
            <a:r>
              <a:t>  크로스콜 다이얼: 9 + 0800 + 021234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━━━ 2단계: B장비 수신 ━━━</a:t>
            </a:r>
          </a:p>
          <a:p>
            <a:pPr>
              <a:spcAft>
                <a:spcPts val="400"/>
              </a:spcAft>
              <a:defRPr sz="1400"/>
            </a:pPr>
            <a:r>
              <a:t>  DID=90800021234 → checkCrossCallPrefix.php</a:t>
            </a:r>
          </a:p>
          <a:p>
            <a:pPr>
              <a:spcAft>
                <a:spcPts val="400"/>
              </a:spcAft>
              <a:defRPr sz="1400"/>
            </a:pPr>
            <a:r>
              <a:t>  IS_CROSSCALL=Y, TARGET_Q=800 감지</a:t>
            </a:r>
          </a:p>
          <a:p>
            <a:pPr>
              <a:spcAft>
                <a:spcPts val="400"/>
              </a:spcAft>
              <a:defRPr sz="1400"/>
            </a:pPr>
            <a:r>
              <a:t>  Q800 가용 체크 (v1.7.3 단일 쿼리)</a:t>
            </a:r>
          </a:p>
          <a:p>
            <a:pPr>
              <a:spcAft>
                <a:spcPts val="400"/>
              </a:spcAft>
              <a:defRPr sz="1400"/>
            </a:pPr>
            <a:r>
              <a:t>  가용 있음 → REAL_DIAL_AGENT (Q800)</a:t>
            </a:r>
          </a:p>
          <a:p>
            <a:pPr>
              <a:spcAft>
                <a:spcPts val="400"/>
              </a:spcAft>
              <a:defRPr sz="1400"/>
            </a:pPr>
            <a:r>
              <a:t>  가용 없음 → alternate_q (Q900) 또는 A장비 리턴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━━━ 3단계: noanswer 처리 (B장비) ━━━</a:t>
            </a:r>
          </a:p>
          <a:p>
            <a:pPr>
              <a:spcAft>
                <a:spcPts val="400"/>
              </a:spcAft>
              <a:defRPr sz="1400"/>
            </a:pPr>
            <a:r>
              <a:t>  getQStep2.php (v1.7.0)</a:t>
            </a:r>
          </a:p>
          <a:p>
            <a:pPr>
              <a:spcAft>
                <a:spcPts val="400"/>
              </a:spcAft>
              <a:defRPr sz="1400"/>
            </a:pPr>
            <a:r>
              <a:t>  IS_CROSSCALL_INCOMING=Y, CC_ORIGIN_Q=700</a:t>
            </a:r>
          </a:p>
          <a:p>
            <a:pPr>
              <a:spcAft>
                <a:spcPts val="400"/>
              </a:spcAft>
              <a:defRPr sz="1400"/>
            </a:pPr>
            <a:r>
              <a:t>  Q700 스킵, Q800→Q900 순환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CrossCall RETURN 흐름 (B→A)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━━━ B장비에서 모든 Q 소진 ━━━</a:t>
            </a:r>
          </a:p>
          <a:p>
            <a:pPr>
              <a:spcAft>
                <a:spcPts val="400"/>
              </a:spcAft>
              <a:defRPr sz="1400"/>
            </a:pPr>
            <a:r>
              <a:t>  Q800 noanswer → Q900 noanswer → A장비로 리턴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━━━ A장비 리턴 수신 ━━━</a:t>
            </a:r>
          </a:p>
          <a:p>
            <a:pPr>
              <a:spcAft>
                <a:spcPts val="400"/>
              </a:spcAft>
              <a:defRPr sz="1400"/>
            </a:pPr>
            <a:r>
              <a:t>  getQStep2.php 호출</a:t>
            </a:r>
          </a:p>
          <a:p>
            <a:pPr>
              <a:spcAft>
                <a:spcPts val="400"/>
              </a:spcAft>
              <a:defRPr sz="1400"/>
            </a:pPr>
            <a:r>
              <a:t>  IS_CROSSCALL_INCOMING='Y'</a:t>
            </a:r>
          </a:p>
          <a:p>
            <a:pPr>
              <a:spcAft>
                <a:spcPts val="400"/>
              </a:spcAft>
              <a:defRPr sz="1400"/>
            </a:pPr>
            <a:r>
              <a:t>  CC_ORIGIN_Q='700' (원래 출발점)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━━━ v1.7.0 로직 적용 ━━━</a:t>
            </a:r>
          </a:p>
          <a:p>
            <a:pPr>
              <a:spcAft>
                <a:spcPts val="400"/>
              </a:spcAft>
              <a:defRPr sz="1400"/>
            </a:pPr>
            <a:r>
              <a:t>  effective_trorder = CC_ORIGIN_Q 위치 + 2</a:t>
            </a:r>
          </a:p>
          <a:p>
            <a:pPr>
              <a:spcAft>
                <a:spcPts val="400"/>
              </a:spcAft>
              <a:defRPr sz="1400"/>
            </a:pPr>
            <a:r>
              <a:t>  Q700 스킵, Q800부터 재시도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━━━ 최종 처리 ━━━</a:t>
            </a:r>
          </a:p>
          <a:p>
            <a:pPr>
              <a:spcAft>
                <a:spcPts val="400"/>
              </a:spcAft>
              <a:defRPr sz="1400"/>
            </a:pPr>
            <a:r>
              <a:t>  모든 Q 가용 없음 → 콜백 또는 종료 멘트</a:t>
            </a:r>
          </a:p>
          <a:p>
            <a:pPr>
              <a:spcAft>
                <a:spcPts val="400"/>
              </a:spcAft>
              <a:defRPr sz="1400"/>
            </a:pPr>
            <a:r>
              <a:t>  (무한루프 방지됨)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파일별 버전 및 역할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주요 역할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checkCrossCallPrefix.php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v1.7.3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크로스콜 접두사 감지 및 파싱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getQExtCCDid_new.php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v1.6.0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초기 Q 선택 및 크로스콜 자동 생성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getQStep2.php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v1.7.0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noanswer 재시도 Q 선택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getCompany_new.php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v1.0.0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회사 정보 및 라우팅 설정 조회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addQNum_all.php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v1.1.0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Q/Extension Asterisk 동기화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pbx_config.php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v1.0.0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PBX 설정 조회 및 자동 감지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문서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문서명: CrossCall IVR System Documentation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버전: v2.0.0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최종 업데이트: 2026-02-06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대상 시스템:</a:t>
            </a:r>
          </a:p>
          <a:p>
            <a:pPr>
              <a:spcAft>
                <a:spcPts val="400"/>
              </a:spcAft>
              <a:defRPr sz="1400"/>
            </a:pPr>
            <a:r>
              <a:t>   • A장비: 121.254.239.52 (pbx_id=1)</a:t>
            </a:r>
          </a:p>
          <a:p>
            <a:pPr>
              <a:spcAft>
                <a:spcPts val="400"/>
              </a:spcAft>
              <a:defRPr sz="1400"/>
            </a:pPr>
            <a:r>
              <a:t>   • B장비: 121.254.239.50 (pbx_id=2)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■ 포함 내용:</a:t>
            </a:r>
          </a:p>
          <a:p>
            <a:pPr>
              <a:spcAft>
                <a:spcPts val="400"/>
              </a:spcAft>
              <a:defRPr sz="1400"/>
            </a:pPr>
            <a:r>
              <a:t>   • 데이터베이스 스키마 (8개 테이블)</a:t>
            </a:r>
          </a:p>
          <a:p>
            <a:pPr>
              <a:spcAft>
                <a:spcPts val="400"/>
              </a:spcAft>
              <a:defRPr sz="1400"/>
            </a:pPr>
            <a:r>
              <a:t>   • 주요 SQL 쿼리 예제</a:t>
            </a:r>
          </a:p>
          <a:p>
            <a:pPr>
              <a:spcAft>
                <a:spcPts val="400"/>
              </a:spcAft>
              <a:defRPr sz="1400"/>
            </a:pPr>
            <a:r>
              <a:t>   • 버전별 변경사항 (v1.7.0 ~ v1.7.3)</a:t>
            </a:r>
          </a:p>
          <a:p>
            <a:pPr>
              <a:spcAft>
                <a:spcPts val="400"/>
              </a:spcAft>
              <a:defRPr sz="1400"/>
            </a:pPr>
            <a:r>
              <a:t>   • CrossCall 흐름도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